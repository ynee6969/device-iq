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81bd7c1721413f" /><Relationship Type="http://schemas.openxmlformats.org/officeDocument/2006/relationships/extended-properties" Target="/docProps/app.xml" Id="R9f8e571a0a644f12" /><Relationship Type="http://schemas.openxmlformats.org/officeDocument/2006/relationships/officeDocument" Target="/ppt/presentation.xml" Id="Rf38a16d7a3b44c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67d381101f4a88"/>
  </p:sldMasterIdLst>
  <p:notesMasterIdLst>
    <p:notesMasterId xmlns:r="http://schemas.openxmlformats.org/officeDocument/2006/relationships" r:id="Re4ff100a87594604"/>
  </p:notesMasterIdLst>
  <p:sldIdLst>
    <p:sldId xmlns:r="http://schemas.openxmlformats.org/officeDocument/2006/relationships" id="256" r:id="Rb0680d58d29946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7d381101f4a88" /><Relationship Type="http://schemas.openxmlformats.org/officeDocument/2006/relationships/theme" Target="/ppt/theme/theme1.xml" Id="R7dd44aa449954c60" /><Relationship Type="http://schemas.openxmlformats.org/officeDocument/2006/relationships/notesMaster" Target="/ppt/notesMasters/notesMaster1.xml" Id="Re4ff100a87594604" /><Relationship Type="http://schemas.openxmlformats.org/officeDocument/2006/relationships/presProps" Target="/ppt/presProps.xml" Id="Rd92eb84873f1431b" /><Relationship Type="http://schemas.openxmlformats.org/officeDocument/2006/relationships/viewProps" Target="/ppt/viewProps.xml" Id="Ra9765d885b184a5e" /><Relationship Type="http://schemas.openxmlformats.org/officeDocument/2006/relationships/tableStyles" Target="/ppt/tableStyles.xml" Id="R26644feae32f4901" /><Relationship Type="http://schemas.openxmlformats.org/officeDocument/2006/relationships/slide" Target="/ppt/slides/slide1.xml" Id="Rb0680d58d29946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7617fa56a0c43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24634891ed4714" /><Relationship Type="http://schemas.openxmlformats.org/officeDocument/2006/relationships/notesMaster" Target="/ppt/notesMasters/notesMaster1.xml" Id="R1054ed1451f144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f9b4ebd5d497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0ca23cbe5854fe1" /><Relationship Type="http://schemas.openxmlformats.org/officeDocument/2006/relationships/slideLayout" Target="/ppt/slideLayouts/slideLayout2.xml" Id="R441300436e8649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1300436e8649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4ec379608c4979" /><Relationship Type="http://schemas.openxmlformats.org/officeDocument/2006/relationships/notesSlide" Target="/ppt/notesSlides/notesSlide1.xml" Id="R6f5e11f66c6c4c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660685-5A74-41F8-B55A-CBCB7EB4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1179D-0C99-46F7-A4E8-D3A7DF0A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3810000" cy="1905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6B37B">
              <a:alpha val="20000"/>
            </a:srgbClr>
          </a:solidFill>
          <a:ln xmlns:a="http://schemas.openxmlformats.org/drawingml/2006/main" w="9525">
            <a:solidFill>
              <a:srgbClr val="46B37B">
                <a:alpha val="4000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1A8C6-47D3-4A53-9655-B35CAD61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3825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Hello world</a:t>
            </a:r>
          </a:p>
        </p:txBody>
      </p:sp>
    </p:spTree>
    <p:extLst>
      <p:ext uri="{BB962C8B-B14F-4D97-AF65-F5344CB8AC3E}">
        <p14:creationId xmlns:p14="http://schemas.microsoft.com/office/powerpoint/2010/main" val="1033212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2026-05-17T10:14:59.4200000Z</dcterms:created>
  <dcterms:modified xsi:type="dcterms:W3CDTF">2026-05-17T10:14:59.4210000Z</dcterms:modified>
</coreProperties>
</file>